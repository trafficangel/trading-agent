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Открытие: мы строим не «сигналы», а дисциплинированную торговую систему в духе квант-фондов — и путь к публичному волту на Hyperliquid, где доход масштабируется чужим капиталом через комиссию 10% с прибыли.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 Vault = «фонд в один клик»: прозрачность on-chain решает главную проблему доверия. Наша ставка — на дефицит СТАБИЛЬНЫХ волтов: депозиты идут туда, где ровная кривая и понятный риск.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месседж: фабрика уже работает. Софт написан, данные копятся, робот торгует реальными деньгами. Инвестиции ускоряют готовую машину, а не финансируют «начать с нуля».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Наше преимущество — не секретная формула, а процесс: жёсткая статистическая дисциплина Renaissance в связке с AI, который делает итерации в 10-50 раз быстрее одиночного кванта. Пример честности: мы провели аудит собственных тестов, нашли дефекты и порезали слабые монеты ДО того, как они принесли убытки.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Объясняем механизм на пальцах: мы — та сторона, которая покупает у ликвидируемых по паническим ценам. Скорость не нужна: ордер УЖЕ стоит в стакане. Ключевой довод честности: на эффективных BTC/ETH стратегия не работает — значит, это реальный микроструктурный эффект, а не подгонка под историю.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Вкладчик волта покупает гладкость. Один движок — это кривая с паузами; три некоррелированных — ровная лестница. Плюс каждый движок открывает место для нового капитала: ёмкость складывается.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Предвосхищаем вопрос «почему так мало денег на счёте»: это фаза валидации. Все взрослые механизмы защиты уже работают. Первая сделка до цели (+2.44%) прошла весь цикл: вход в панику → возврат → выход, автоматически.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Подчёркиваем честность оценок: мы НЕ обещаем 5%/мес на любой размер — ёмкость тонких рынков ограничена, и мы это прямо считаем. Волт снимает потолок личного капитала: комиссия растёт с TVL.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идея слайда: деньги не нужны одним чеком. Лестница ступеней = инвестор контролирует риск на каждом этапе и видит живые цифры перед каждым траншем.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строки запроса, у каждой своя природа: капитал — возвратный актив; runway — оплата времени единственного человека (главная просьба поддержки); инфраструктура — копейки, но регулярные. Конкретную сумму runway обсуждаем лично.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рисков идёт ДО предложения намеренно: честность о рисках — часть продукта. Если инвестор ищет «гарантированные 10% в месяц» — мы не тот проект, и лучше выяснить это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Закрытие: не просим решения сегодня. Предлагаем вернуться через 30 дней с живым треком — и обсуждать сделку на измеренных цифрах. Это снижает риск инвестора и показывает нашу уверенность в системе.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680960" y="5074920"/>
            <a:ext cx="1097280" cy="3200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74920"/>
            <a:ext cx="640080" cy="18288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418320" y="4480560"/>
            <a:ext cx="1005840" cy="7772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424160" y="4160520"/>
            <a:ext cx="731520" cy="32004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155680" y="3474720"/>
            <a:ext cx="640080" cy="68580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2608" y="34015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0" y="914400"/>
            <a:ext cx="1737360" cy="17373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0" y="2103120"/>
            <a:ext cx="822960" cy="82296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CLAUDE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41248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Систематический алгоритмический трейдинг на Hyperliquid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41248" y="34930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исследовательской фабрики — к публичному Vault с доходом от управления капиталом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Инвесторская презентация · июль 2026 · robotclaude.biz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Возможность: Hyperliquid Vaults — управление капиталом нового формата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Hyperliquid — крупнейшая деривативная DEX-биржа. Её механизм Vault позволяет любому человеку в два клика вложиться в стратегию управляющего.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торговый трек — on-chain: его невозможно приукрасить или переписать. Доверие встроено в протокол.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Управляющий получает 10% прибыли вкладчиков — доход масштабируется капиталом, а не временем.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Ниша: большинство волтов — «ручные» трейдеры с рваными кривыми. Стабильные системные волты — редкость, и именно гладкая кривая собирает депозиты.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0" y="118872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26680" y="135331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509760" y="135331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управляющего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прибыли вкладчиков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295351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509760" y="295351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 виден всем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не фальсифицируем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438912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26680" y="455371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клика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509760" y="4553712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входа для вкладчика: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и вывод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построено — работающая фабрика, а не идея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819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1759671"/>
            <a:ext cx="302849" cy="3028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4904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1 000+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783080" y="23317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конфигураций стратегий испытано и отбраковано честной статистикой — 99% идей умирает до денег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581912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439" y="1759671"/>
            <a:ext cx="302849" cy="302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4904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+ 1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498080" y="23317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валидированные стратегии: одна в бою, одна в резерве, третья строится на собственных данных потока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0965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" y="4274271"/>
            <a:ext cx="302849" cy="3028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0050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1783080" y="48463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боевой робот на Hyperliquid: 21 монета, ~40 ордеров в стакане, полная автономия и телеметрия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4904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4096512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439" y="4274271"/>
            <a:ext cx="302849" cy="3028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40050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млн</a:t>
            </a:r>
            <a:endParaRPr lang="en-US" sz="4000" dirty="0"/>
          </a:p>
        </p:txBody>
      </p:sp>
      <p:sp>
        <p:nvSpPr>
          <p:cNvPr id="22" name="Text 16"/>
          <p:cNvSpPr/>
          <p:nvPr/>
        </p:nvSpPr>
        <p:spPr>
          <a:xfrm>
            <a:off x="7498080" y="48463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собственных микроструктурных данных: ликвидации, потоки, стаканы — до 200 дней глубины, 28 монет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Метод: дисциплина Renaissance + AI-квант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88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431" y="1341791"/>
            <a:ext cx="260787" cy="26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521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вместо мнений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71600" y="151790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решение проходит перестановочные тесты, контрольные монеты и три независимых периода истории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240487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31" y="2557943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682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Презумпция случайности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71600" y="27340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считается шумом, пока не докажет обратное; свежий аудит собственной методики нашёл и исправил 4 дефекта — до убытков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36210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31" y="3774095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844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Ноль ручных сделок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71600" y="395020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торгует система; человек задаёт капитал и рамки риска — эмоции исключены конструктивно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" y="483717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31" y="4990247"/>
            <a:ext cx="260787" cy="2607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800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AI-исследователь 24/7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71600" y="51663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штатный квант и инженер: цикл «идея → проверка → вердикт» занимает часы, а не недели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635240" y="1463040"/>
            <a:ext cx="3931920" cy="3977640"/>
          </a:xfrm>
          <a:prstGeom prst="roundRect">
            <a:avLst>
              <a:gd name="adj" fmla="val 2093"/>
            </a:avLst>
          </a:prstGeom>
          <a:solidFill>
            <a:srgbClr val="1E2761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95528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«Правильный вопрос не “почему это работает”, а “работает ли это статистически значимо”»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955280" y="4069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принцип Джима Саймонса (Renaissance Technologies), зашитый в каждый шаг нашего процесса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 в бою: ловля каскадов ликвидаций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Паника на тонких альткоинах выбивает цепочки принудительных ликвидаций: цена «прокалывается» на 2–3% за минуты — и возвращается.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лимитные ордера уже ждут в глубине стакана: вход в момент чужой паники, выход на возврате.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BTC/ETH этот эффект мёртв — и это доказывает механизм: работает именно вынужденный поток на тонких книгах.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позицию защищает стоп-ордер на бирже + дневной авто-стоп −5%.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сделка ≈ +0.2% после комиссий; сигналы — ежедневно по корзине из 21 монеты.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29400" y="1188720"/>
            <a:ext cx="4983480" cy="397764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flipV="1">
            <a:off x="7086600" y="2148840"/>
            <a:ext cx="960120" cy="9144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148840"/>
            <a:ext cx="365760" cy="160020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412480" y="3200400"/>
            <a:ext cx="274320" cy="54864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686800" y="2514600"/>
            <a:ext cx="868680" cy="68580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555480" y="2331720"/>
            <a:ext cx="1554480" cy="182880"/>
          </a:xfrm>
          <a:prstGeom prst="line">
            <a:avLst/>
          </a:prstGeom>
          <a:noFill/>
          <a:ln w="3492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3529584"/>
            <a:ext cx="4023360" cy="0"/>
          </a:xfrm>
          <a:prstGeom prst="line">
            <a:avLst/>
          </a:prstGeom>
          <a:noFill/>
          <a:ln w="22225">
            <a:solidFill>
              <a:srgbClr val="02C39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321040" y="3456432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лимитный ордер: −3% от цены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73568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 ликвидаций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9264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возврате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паника → прокол → наш ордер наполняется → возврат → фиксация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56875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5811012"/>
            <a:ext cx="210312" cy="2103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25880" y="5559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периода × 180 дней — устойчива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43400" y="54864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44568" y="56875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5811012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20640" y="5559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— не случайность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138160" y="548640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39328" y="56875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5811012"/>
            <a:ext cx="210312" cy="2103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915400" y="5559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 BTC/ETH — механизм real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Портфель некоррелированных движков = гладкая кривая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1 · В БОЮ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Каскады ликвидаций (wick-fade)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тонкие альткоины · 21 монета · сделки ежедневно · маркет-мейкерский вход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2 · В РЕЗЕРВЕ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2011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Капитуляции funding (funding-flip)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09160" y="29718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перегрев ставок финансирования на мажорах · валидирован · ёмкость $200k+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325880"/>
            <a:ext cx="3657600" cy="3200400"/>
          </a:xfrm>
          <a:prstGeom prst="roundRect">
            <a:avLst>
              <a:gd name="adj" fmla="val 2571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3 · ДАННЫЕ КОПЯТСЯ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95360" y="2011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Потоки ликвидаций (liq-flow)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595360" y="29718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сбор order-flow по 28 монетам · исследования стартуют через 2–4 недели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5074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14" y="5237866"/>
            <a:ext cx="277612" cy="2776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3040" y="4983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новый движок добавляет сразу двумя способами: сглаживает кривую (некоррелирован с остальными) и расширяет ёмкость для капитала. Это и есть формула Renaissance в нашем масштабе.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статус: настоящие деньги, настоящая дисциплина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834640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боевой счёт — намеренно малый: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валидации механики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11880" y="1280160"/>
            <a:ext cx="2834640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840480" y="22402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живых сделок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первые 48 часов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834640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+2.44%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сделка — точно по плану,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расчётной цели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3383280"/>
            <a:ext cx="2834640" cy="1828800"/>
          </a:xfrm>
          <a:prstGeom prst="roundRect">
            <a:avLst>
              <a:gd name="adj" fmla="val 450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840480" y="4343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буфер маржи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 под хвостовые события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280160"/>
            <a:ext cx="470916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капитала — по умолчанию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223760" y="20574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2391" y="2166031"/>
            <a:ext cx="185075" cy="1850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0" y="19842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стоп-ордер на бирже у каждой позиции — переживает любые сбои software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223760" y="28346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391" y="2943271"/>
            <a:ext cx="185075" cy="1850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772400" y="276148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авто-стоп дня: −5% эквити → торговля останавливается сама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223760" y="361188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391" y="3720511"/>
            <a:ext cx="185075" cy="18507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72400" y="353872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капитал вводится лестницей строго вслед за подтверждённым треком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223760" y="438912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91" y="4497751"/>
            <a:ext cx="185075" cy="1850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72400" y="43159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сделка — мгновенное уведомление и честный лог (включая убытки)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 чек — осознанное решение: сначала система доказывает себя на живом рынке, затем масштабируется капитал. Инфраструктура при этом уже «взрослая».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Экономика: два источника дохода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7026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93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 на собственный капитал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1.5–3% в месяц на задействованный капитал (после всех комиссий, по консервативной модели).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Ёмкость сегодня: ~$50–80k на текущем движке; каждый новый движок добавляет ёмкость (мажоры глубже).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$500k и 2–3 зрелых движках: ~$4–8k/мес в среднем — честная оценка с учётом ёмкости, не «5% на всё».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554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093" y="1702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09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волта: 10% прибыли вкладчиков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286000"/>
          <a:ext cx="475488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TVL волта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комиссия / мес*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$300–500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$1 500–2 500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$1 000 000+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 ёмкости движков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537960" y="4343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при целевых 3–5%/мес доходности волта. Правило HL: лидер держит ≥5% TVL своими средствами — skin in the game, который и продаёт волт.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Доходы складываются: собственный капитал работает в волте и одновременно закрывает правило 5%.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карта: капитал заходит вслед за доказательствами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68680" y="2148840"/>
            <a:ext cx="10469880" cy="0"/>
          </a:xfrm>
          <a:prstGeom prst="line">
            <a:avLst/>
          </a:prstGeom>
          <a:noFill/>
          <a:ln w="31750">
            <a:solidFill>
              <a:srgbClr val="E3E9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16152" y="1993392"/>
            <a:ext cx="310896" cy="310896"/>
          </a:xfrm>
          <a:prstGeom prst="ellipse">
            <a:avLst/>
          </a:prstGeom>
          <a:solidFill>
            <a:srgbClr val="02C39A"/>
          </a:solidFill>
          <a:ln w="285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Обкатка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трек, калибровка реальных издержек, данные копятся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83864" y="1993392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1 · 2–4 нед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42032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Зелёный месяц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542032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сделок, live-результат сходится с моделью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51576" y="1993392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9744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Движок №2 в бою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809744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funding-flip и/или liq-flow → гладкость + ёмкость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9288" y="1993392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3 · 4–8 нед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77456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 Vault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77456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 on-chain с первого дня; роутинг уже написан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87000" y="1993392"/>
            <a:ext cx="310896" cy="31089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4 · 2–4 мес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45168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Вкладчики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45168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трека, лидерборд HL, рост TVL → комиссия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лестницы: </a:t>
            </a:r>
            <a:pPr indent="0" marL="0">
              <a:buNone/>
            </a:pPr>
            <a:r>
              <a:rPr lang="en-US" sz="135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ступень капитала открывается только после прохождения ворот. Инвестор видит доказательства до каждого следующего шага — никакого «поверь и жди».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Запрос: что финансируем и зачем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2763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1790578"/>
            <a:ext cx="277612" cy="27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Торговый капитал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27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ступенями вслед за воротами: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275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$10k → $50k → $100k+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активом; риск ограничен стопами, дневным лимитом −5% и лестницей ввода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32588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6276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106" y="1790578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оператора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 месяцев полной занятости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3474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человек в связке с AI-инфраструктурой ведёт всю систему; сумма — предмет договорённости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132588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F4F7FC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0" y="16276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306" y="1790578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72600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и данные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59536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~$100–300 / месяц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95360" y="3474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серверы, рыночные данные, вычисления для исследований — уже развёрнуто, нужна поддержка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этого момента всё профинансировано оператором: месяцы работы, собственный боевой капитал, вся инфраструктура. Инвестиция ускоряет доказанное, а не оплачивает эксперимент с нуля.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— честно (это наш бренд)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BEFED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54480"/>
            <a:ext cx="548640" cy="548640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7026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93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может пойти не так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800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живому треку — дни, а не годы: цифры молодые, статистика набирается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ёмкость тонких рынков ограничена (~$50–80k сегодня) — рост требует новых движков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криптовалютная волатильность и инфраструктурные риски бирж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не гарантирована: будут плоские и красные месяцы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E9F7F3"/>
          </a:solidFill>
          <a:ln w="9525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554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093" y="1702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093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этим управляем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240280"/>
            <a:ext cx="4800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стопы на бирже + авто-стоп дня −5%: максимальный дневной убыток известен заранее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капитал заходит лестницей строго за подтверждённым треком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 «презумпции случайности»: недоказанное не торгуется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A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прозрачность: каждый трейд в логе, трек волта — on-chain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показываем убытки так же охотно, как прибыли — именно это строит доверие вкладчиков волта.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Предложение и следующий шаг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7346F"/>
          </a:solidFill>
          <a:ln w="12700">
            <a:solidFill>
              <a:srgbClr val="3A4A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783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+ доля комиссии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времени оператора в обмен на долю комиссионного дохода волта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7346F"/>
          </a:solidFill>
          <a:ln w="12700">
            <a:solidFill>
              <a:srgbClr val="3A4A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783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Торговый капитал + profit-share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капитал в систему ступенями, раздел прибыли по договорённости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7346F"/>
          </a:solidFill>
          <a:ln w="12700">
            <a:solidFill>
              <a:srgbClr val="3A4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783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514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Комбинация A +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партнёрство: runway + капитал + доля в волте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каждого варианта — предмет обсуждения.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98348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5146426"/>
            <a:ext cx="277612" cy="2776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00200" y="4956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дней зелёного живого трека → встреча с живыми цифрами (не бэктестами) → структура сделки.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2296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robotclaude.biz · июль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Claude — инвесторская презентация</dc:title>
  <dc:subject>PptxGenJS Presentation</dc:subject>
  <dc:creator>Robot Claude</dc:creator>
  <cp:lastModifiedBy>Robot Claude</cp:lastModifiedBy>
  <cp:revision>1</cp:revision>
  <dcterms:created xsi:type="dcterms:W3CDTF">2026-07-03T06:59:58Z</dcterms:created>
  <dcterms:modified xsi:type="dcterms:W3CDTF">2026-07-03T06:59:58Z</dcterms:modified>
</cp:coreProperties>
</file>