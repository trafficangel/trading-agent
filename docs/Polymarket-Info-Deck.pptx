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Открытие: мы строим не «сигналы», а дисциплинированную торговую систему в духе квант-фондов — и путь к публичному волту на Hyperliquid, где доход масштабируется чужим капиталом через комиссию 10% с прибыли.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 Vault = «фонд в один клик»: прозрачность on-chain решает главную проблему доверия. Наша ставка — на дефицит СТАБИЛЬНЫХ волтов: депозиты идут туда, где ровная кривая и понятный риск.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месседж: фабрика уже работает. Софт написан, данные копятся, робот торгует реальными деньгами. Инвестиции ускоряют готовую машину, а не финансируют «начать с нуля».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Наше преимущество — не секретная формула, а процесс: жёсткая статистическая дисциплина Renaissance в связке с AI, который делает итерации в 10-50 раз быстрее одиночного кванта. Пример честности: мы провели аудит собственных тестов, нашли дефекты и порезали слабые монеты ДО того, как они принесли убытки.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Объясняем механизм на пальцах: мы — та сторона, которая покупает у ликвидируемых по паническим ценам. Скорость не нужна: ордер УЖЕ стоит в стакане. Ключевой довод честности: на эффективных BTC/ETH стратегия не работает — значит, это реальный микроструктурный эффект, а не подгонка под историю.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Вкладчик волта покупает гладкость. Один движок — это кривая с паузами; три некоррелированных — ровная лестница. Плюс каждый движок открывает место для нового капитала: ёмкость складывается.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Предвосхищаем вопрос «почему так мало денег на счёте»: это фаза валидации. Все взрослые механизмы защиты уже работают. Первая сделка до цели (+2.44%) прошла весь цикл: вход в панику → возврат → выход, автоматически.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Подчёркиваем честность оценок: мы НЕ обещаем 5%/мес на любой размер — ёмкость тонких рынков ограничена, и мы это прямо считаем. Волт снимает потолок личного капитала: комиссия растёт с TVL.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идея слайда: деньги не нужны одним чеком. Лестница ступеней = инвестор контролирует риск на каждом этапе и видит живые цифры перед каждым траншем.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строки запроса, у каждой своя природа: капитал — возвратный актив; runway — оплата времени единственного человека (главная просьба поддержки); инфраструктура — копейки, но регулярные. Конкретную сумму runway обсуждаем лично.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рисков идёт ДО предложения намеренно: честность о рисках — часть продукта. Если инвестор ищет «гарантированные 10% в месяц» — мы не тот проект, и лучше выяснить это сейчас.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Закрытие: не просим решения сегодня. Предлагаем вернуться через 30 дней с живым треком — и обсуждать сделку на измеренных цифрах. Это снижает риск инвестора и показывает нашу уверенность в системе.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680960" y="5074920"/>
            <a:ext cx="1097280" cy="3200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074920"/>
            <a:ext cx="640080" cy="18288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418320" y="4480560"/>
            <a:ext cx="1005840" cy="7772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424160" y="4160520"/>
            <a:ext cx="731520" cy="3200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155680" y="3474720"/>
            <a:ext cx="640080" cy="68580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2608" y="34015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0" y="914400"/>
            <a:ext cx="1737360" cy="17373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0" y="2103120"/>
            <a:ext cx="822960" cy="82296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· POLYMARKET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41248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Эндшпильный лаг-бот на крипто-рынках Polymarket Up/Down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41248" y="34930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Информационный обзор: что мы делаем, какие инструменты используем и куда двигаемся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презентация · июль 2026 · robotclaude.biz/predict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Площадка: Polymarket — крипто-раунды Up/Down каждые 5 минут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 — крупнейший рынок предсказаний. Каждые 5 минут новый раунд: закроется ли BTC/SOL/ETH выше цены открытия. Бинарный исход, мгновенный расчёт.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Наблюдение: в последние секунды раунда стакан Polymarket отстаёт от спота Binance — исход почти решён, а фаворит ещё дешёв.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бот покупает дешёвого фаворита лимиткой в последние 15–30 секунд раунда — это «эндшпильный лаг-край».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Ниша: гонка здесь не за скорость (мы уже на 6 мс), а за селекцию — у кого покупать и когда воздержаться. Это игра дисциплины данных.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0" y="118872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26680" y="135331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509760" y="1353312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раундов в сутки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каждый актив (5 мин)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0" y="278892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295351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лаг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509760" y="2953512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стакан vs спот Binance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нашего края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438912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26680" y="455371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15–30с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509760" y="4553712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входа: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последние секунды раунда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уже построено — работающая система, а не идея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8191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39" y="1759671"/>
            <a:ext cx="302849" cy="3028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4904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783080" y="23317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движков-стратегий испытано на живых данных; лузеры отбракованы честной статистикой, выжили сильнейшие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581912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439" y="1759671"/>
            <a:ext cx="302849" cy="3028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4904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7498080" y="23317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движка торгуют реальными деньгами прямо сейчас: BTC-снайпер, SOL-лаг и BTC-ордерфлоу (только сторона UP)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09651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39" y="4274271"/>
            <a:ext cx="302849" cy="3028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0050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1783080" y="48463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автономия: коллекторы данных, вотчдог-защита, авто-сайзер Келли и честная панель на сайте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74904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0" y="4096512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439" y="4274271"/>
            <a:ext cx="302849" cy="3028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0" y="40050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2 000+</a:t>
            </a:r>
            <a:endParaRPr lang="en-US" sz="4000" dirty="0"/>
          </a:p>
        </p:txBody>
      </p:sp>
      <p:sp>
        <p:nvSpPr>
          <p:cNvPr id="22" name="Text 16"/>
          <p:cNvSpPr/>
          <p:nvPr/>
        </p:nvSpPr>
        <p:spPr>
          <a:xfrm>
            <a:off x="7498080" y="48463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размеченных раундов собственной телеметрии: возраст котировок, глубина стакана, исходы — базис всех решений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Метод: данные вместо мнений + AI-инженер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188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431" y="1341791"/>
            <a:ext cx="260787" cy="260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521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и Real бок о бок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71600" y="151790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движок параллельно считает бумажный и реальный результат на одних сигналах — любое расхождение видно сразу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" y="240487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31" y="2557943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682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Шлюз выпускника: 7 критериев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71600" y="273405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реал только через строгий стат-бар: выборка ≥150, значимость с поправкой на мультитест, walk-forward, hold-out, устойчивость ≥2 дней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362102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31" y="3774095"/>
            <a:ext cx="260787" cy="2607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844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Ноль ручных сделок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71600" y="395020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торгует система; вотчдог сам снимает движок при ухудшении данных — эмоции исключены конструктивно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94360" y="483717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31" y="4990247"/>
            <a:ext cx="260787" cy="2607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800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AI-исследователь 24/7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71600" y="51663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штатный квант и инженер: цикл «гипотеза → измерение → фикс» занимает часы; свежий пример — 3 дыры найдены и закрыты за сутки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635240" y="1463040"/>
            <a:ext cx="3931920" cy="3977640"/>
          </a:xfrm>
          <a:prstGeom prst="roundRect">
            <a:avLst>
              <a:gd name="adj" fmla="val 2093"/>
            </a:avLst>
          </a:prstGeom>
          <a:solidFill>
            <a:srgbClr val="1E276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95528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«Не спрашивай, почему это работает — спроси, работает ли это статистически значимо»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7955280" y="4069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принцип, зашитый в каждый шаг: недоказанное не торгуется, доказанное масштабируется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Стратегия в бою: эндшпильный лаг-край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760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последние секунды раунда спот Binance уже «решил» исход, а стакан Polymarket не успел переставить цены — фаворит продаётся дешевле справедливого.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FAK-лимитка с жёстким потолком цены забирает отставшую котировку: вход строго по нашей цене — или чистый пропуск.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Покупаем только «протухшие» котировки (аск не обновлялся ≥1с): свежая котировка — информированный продавец, ему мы не контрагент.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движок защищён стоп-флором внутри процесса + вотчдогом на деградацию данных.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5 акций (~$3); сторона входа = знак дистанции спота; сигналы — десятки в день по BTC и SOL.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29400" y="1188720"/>
            <a:ext cx="4983480" cy="3977640"/>
          </a:xfrm>
          <a:prstGeom prst="roundRect">
            <a:avLst>
              <a:gd name="adj" fmla="val 2069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flipV="1">
            <a:off x="7086600" y="2148840"/>
            <a:ext cx="960120" cy="91440"/>
          </a:xfrm>
          <a:prstGeom prst="line">
            <a:avLst/>
          </a:prstGeom>
          <a:noFill/>
          <a:ln w="3492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2148840"/>
            <a:ext cx="365760" cy="1600200"/>
          </a:xfrm>
          <a:prstGeom prst="line">
            <a:avLst/>
          </a:prstGeom>
          <a:noFill/>
          <a:ln w="3492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412480" y="3200400"/>
            <a:ext cx="274320" cy="548640"/>
          </a:xfrm>
          <a:prstGeom prst="line">
            <a:avLst/>
          </a:prstGeom>
          <a:noFill/>
          <a:ln w="3492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686800" y="2514600"/>
            <a:ext cx="868680" cy="685800"/>
          </a:xfrm>
          <a:prstGeom prst="line">
            <a:avLst/>
          </a:prstGeom>
          <a:noFill/>
          <a:ln w="3492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555480" y="2331720"/>
            <a:ext cx="1554480" cy="182880"/>
          </a:xfrm>
          <a:prstGeom prst="line">
            <a:avLst/>
          </a:prstGeom>
          <a:noFill/>
          <a:ln w="3492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3529584"/>
            <a:ext cx="4023360" cy="0"/>
          </a:xfrm>
          <a:prstGeom prst="line">
            <a:avLst/>
          </a:prstGeom>
          <a:noFill/>
          <a:ln w="22225">
            <a:solidFill>
              <a:srgbClr val="02C39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321040" y="3456432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0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фаворит дешевле справедливого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73568" y="36393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2651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спот уже уехал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9264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раунда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дистанция → сторона → дешёвый фаворит → лимитка с потолком → расчёт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56875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5811012"/>
            <a:ext cx="210312" cy="2103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25880" y="55595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бумажный край: WR 67–78%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43400" y="548640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44568" y="56875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5811012"/>
            <a:ext cx="210312" cy="21031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20640" y="55595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фильтры: потолок +3¢, возраст аска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138160" y="548640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39328" y="56875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5811012"/>
            <a:ext cx="210312" cy="21031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915400" y="55595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контроль: shadow против real 1:1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движка в бою + очередь кандидатов на шлюзе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57600" cy="3200400"/>
          </a:xfrm>
          <a:prstGeom prst="roundRect">
            <a:avLst>
              <a:gd name="adj" fmla="val 2571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1 · В БОЮ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BTC-Снайпер (tw)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15–25с · сейчас идёт решающая серия из 20 сделок с полным набором фильтров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3657600" cy="3200400"/>
          </a:xfrm>
          <a:prstGeom prst="roundRect">
            <a:avLst>
              <a:gd name="adj" fmla="val 2571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2 · В БОЮ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2011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SOL-Лаг (sol)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09160" y="29718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менее конкурентный рынок · стабильный плюс · сессионный контроль вотчдога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21040" y="1325880"/>
            <a:ext cx="3657600" cy="3200400"/>
          </a:xfrm>
          <a:prstGeom prst="roundRect">
            <a:avLst>
              <a:gd name="adj" fmla="val 2571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3 · В БОЮ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95360" y="2011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BTC-Ордерфлоу · только UP (imb)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595360" y="29718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системный промоут шлюза 7/7 · торгует одну сторону: UP переносится, DOWN — нет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50749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314" y="5237866"/>
            <a:ext cx="277612" cy="2776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3040" y="4983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очереди на шлюзе: BTC-Дальний (6/7 критериев), XRP-Лаг (+13пп края), XRP-Поздний (+27пп, копит выборку). Система сама подсвечивает готовность — арм строго по чек-листу.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статус: настоящие деньги, честные цифры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834640" cy="1828800"/>
          </a:xfrm>
          <a:prstGeom prst="roundRect">
            <a:avLst>
              <a:gd name="adj" fmla="val 45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боевой кошелёк — намеренно малый: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проверки переноса края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11880" y="1280160"/>
            <a:ext cx="2834640" cy="1828800"/>
          </a:xfrm>
          <a:prstGeom prst="roundRect">
            <a:avLst>
              <a:gd name="adj" fmla="val 45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840480" y="22402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реальных сделок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флагмана tw за неделю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2834640" cy="1828800"/>
          </a:xfrm>
          <a:prstGeom prst="roundRect">
            <a:avLst>
              <a:gd name="adj" fmla="val 45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винрейт «протухших» котировок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нашего фильтра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3383280"/>
            <a:ext cx="2834640" cy="1828800"/>
          </a:xfrm>
          <a:prstGeom prst="roundRect">
            <a:avLst>
              <a:gd name="adj" fmla="val 45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мс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840480" y="4343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свежесть спота Binance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выжата до предела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280160"/>
            <a:ext cx="470916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капитала — по умолчанию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223760" y="205740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2391" y="2166031"/>
            <a:ext cx="185075" cy="18507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72400" y="198424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стоп-флор внутри движка режет вход ДО сделки — переживает любые сбои software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223760" y="28346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391" y="2943271"/>
            <a:ext cx="185075" cy="18507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772400" y="276148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вотчдог: авто-снятие движка при ухудшении данных (гистерезис 2 прогона)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223760" y="361188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391" y="3720511"/>
            <a:ext cx="185075" cy="18507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772400" y="353872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растёт только за доказанным краем — ¼-Келли на подтверждённом винрейте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223760" y="438912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91" y="4497751"/>
            <a:ext cx="185075" cy="1850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72400" y="431596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сделка — в логе и на панели сайта, включая убытки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Малый кэп — осознанное решение: сначала система доказывает перенос края в реал, затем масштабируется размер. Инфраструктура уже «взрослая».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 открытие: куда девался бумажный край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7026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093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selection: «кому продать» решает продавец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Сигналы, которые нам НЕ налили, выигрывают в 96.5% случаев; налитые — в 69%. Нас кормили худшими сделками.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скорость (спот 6 мс) и не исполнение (ноль расхождений shadow↔real) — это селекция контрагента.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фильтры селекции: потолок цены +3¢, возраст котировки ≥1с, дистанция ≥3bp, торговля только сильной стороной.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554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093" y="170261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093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возраста котировки — в цифрах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286000"/>
          <a:ext cx="475488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возраст аска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винрейт входа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0.5 сек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 — убыток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 сек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 — наш хлеб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 сек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ядро прибыли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6537960" y="4343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измерено собственным наблюдателем: возраст котировки + уход спота + исход по каждому раунду. Свежая котировка = информированный продавец.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только режут сделки — риска они не добавляют. Shadow мерит всё без фильтров: бесплатный A/B-контроль.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карта: масштаб приходит вслед за доказательствами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8680" y="2148840"/>
            <a:ext cx="10469880" cy="0"/>
          </a:xfrm>
          <a:prstGeom prst="line">
            <a:avLst/>
          </a:prstGeom>
          <a:noFill/>
          <a:ln w="31750">
            <a:solidFill>
              <a:srgbClr val="E3E9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16152" y="1993392"/>
            <a:ext cx="310896" cy="310896"/>
          </a:xfrm>
          <a:prstGeom prst="ellipse">
            <a:avLst/>
          </a:prstGeom>
          <a:solidFill>
            <a:srgbClr val="02C39A"/>
          </a:solidFill>
          <a:ln w="285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Решающее окно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74320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сделок tw с полным набором фильтров: переносится ли край в реал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83864" y="1993392"/>
            <a:ext cx="310896" cy="3108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дни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42032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15-минутные рынки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542032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механика лага, конкурентов меньше — измеритель уже копит данные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51576" y="1993392"/>
            <a:ext cx="310896" cy="3108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9744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Fade the informed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809744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свежак фаворита → покупка андердога: второй способ доить ту же неэффективность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19288" y="1993392"/>
            <a:ext cx="310896" cy="3108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7456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 · недели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77456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 по Келли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77456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подтверждённый край → ¼-Келли поднимает размер, банк доливается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287000" y="1993392"/>
            <a:ext cx="310896" cy="3108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45168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Новые активы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45168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XRP-движки на шлюзе; смежные площадки — на радаре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лестницы: </a:t>
            </a:r>
            <a:pPr indent="0" marL="0">
              <a:buNone/>
            </a:pPr>
            <a:r>
              <a:rPr lang="en-US" sz="13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открывается только данными: недоказанное не торгуется, доказанное масштабируется. Никакого «поверь и жди».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Инструменты: что под капотом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57600" cy="3749040"/>
          </a:xfrm>
          <a:prstGeom prst="roundRect">
            <a:avLst>
              <a:gd name="adj" fmla="val 2250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27632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1790578"/>
            <a:ext cx="277612" cy="27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Торговый контур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27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 + Bun на VPS: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27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движки · коллекторы · мост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474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FAK-лимитки с потолком через CLOB API; спот Binance по WebSocket (6 мс); systemd-юниты с автоперезапуском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325880"/>
            <a:ext cx="3657600" cy="3749040"/>
          </a:xfrm>
          <a:prstGeom prst="roundRect">
            <a:avLst>
              <a:gd name="adj" fmla="val 225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62763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106" y="1790578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защита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0916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строгая статистика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3474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 готовности (7 критериев, FDR-поправка), вотчдог-демоутер, ¼-Келли сайзер, наблюдатель возраста котировок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21040" y="1325880"/>
            <a:ext cx="3657600" cy="3749040"/>
          </a:xfrm>
          <a:prstGeom prst="roundRect">
            <a:avLst>
              <a:gd name="adj" fmla="val 225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0" y="162763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306" y="1790578"/>
            <a:ext cx="277612" cy="2776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72600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AI-инженерия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59536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— штатный квант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595360" y="3474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мульти-агентные аудиты системы, адверс-ревью каждой money-правки, RUNBOOK и чек-листы в git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под версионным контролем; каждая правка боевого кода проходит независимое ревью до деплоя. Панель сайта показывает деньги первой строкой — включая убытки.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 и ограничения — честно (это наш бренд)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BEFED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54480"/>
            <a:ext cx="548640" cy="548640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7026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093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может пойти не так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800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реал-статистика молодая: решающие серии идут прямо сейчас, перенос края не подтверждён окончательно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ёмкость мала: тонкие стаканы Polymarket ограничивают размер ставки (сегодня 5 акций ~$3)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конкуренты-боты эволюционируют: чужая скорость и селекция растут вместе с нашей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бумажный плюс не гарантирует реальный: будут плоские и красные дни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554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093" y="170261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093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мы этим управляем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240280"/>
            <a:ext cx="4800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стоп-флоры внутри движков + вотчдог: максимальный убыток известен заранее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растёт лестницей строго за подтверждённым краем (¼-Келли)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шлюз из 7 статистических критериев перед каждым выходом в реал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прозрачность: панель показывает реальный PnL по дням, красное — красным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показываем убытки так же охотно, как прибыли — панель сайта устроена именно так.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смотреть и что дальше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27346F"/>
          </a:solidFill>
          <a:ln w="12700">
            <a:solidFill>
              <a:srgbClr val="3A4A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7830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панель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robotclaude.biz/predict: деньги, движки, кандидаты, вотчдог — в реальном времени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27346F"/>
          </a:solidFill>
          <a:ln w="12700">
            <a:solidFill>
              <a:srgbClr val="3A4A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7830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2514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Решающие данные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 по переносу края — в ближайшие дни; 15-мин рынки и fade — следом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27346F"/>
          </a:solidFill>
          <a:ln w="12700">
            <a:solidFill>
              <a:srgbClr val="3A4A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7830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2514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 процесса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чек-листы, RUNBOOK и аудиты в git — система переживёт любого оператора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информационный обзор — не предложение инвестиций.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98348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5146426"/>
            <a:ext cx="277612" cy="2776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00200" y="4956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шаг: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наблюдать живой трек на панели → задавать вопросы → обзор обновится с новыми данными.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2296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robotclaude.biz/predict · июль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Claude — инвесторская презентация</dc:title>
  <dc:subject>PptxGenJS Presentation</dc:subject>
  <dc:creator>Robot Claude</dc:creator>
  <cp:lastModifiedBy>Robot Claude</cp:lastModifiedBy>
  <cp:revision>1</cp:revision>
  <dcterms:created xsi:type="dcterms:W3CDTF">2026-07-03T06:59:58Z</dcterms:created>
  <dcterms:modified xsi:type="dcterms:W3CDTF">2026-07-03T06:59:58Z</dcterms:modified>
</cp:coreProperties>
</file>